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2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2" r:id="rId8"/>
    <p:sldId id="260" r:id="rId9"/>
    <p:sldId id="26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A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9.svg"/><Relationship Id="rId17" Type="http://schemas.openxmlformats.org/officeDocument/2006/relationships/image" Target="../media/image8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0" cy="5669280"/>
          </a:xfrm>
          <a:prstGeom prst="line">
            <a:avLst/>
          </a:prstGeom>
          <a:noFill/>
          <a:ln w="12700">
            <a:solidFill>
              <a:srgbClr val="1B395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457200"/>
            <a:ext cx="0" cy="5669280"/>
          </a:xfrm>
          <a:prstGeom prst="line">
            <a:avLst/>
          </a:prstGeom>
          <a:noFill/>
          <a:ln w="12700">
            <a:solidFill>
              <a:srgbClr val="1B395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457200"/>
            <a:ext cx="0" cy="5669280"/>
          </a:xfrm>
          <a:prstGeom prst="line">
            <a:avLst/>
          </a:prstGeom>
          <a:noFill/>
          <a:ln w="12700">
            <a:solidFill>
              <a:srgbClr val="1B395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457200"/>
            <a:ext cx="0" cy="5669280"/>
          </a:xfrm>
          <a:prstGeom prst="line">
            <a:avLst/>
          </a:prstGeom>
          <a:noFill/>
          <a:ln w="12700">
            <a:solidFill>
              <a:srgbClr val="1B395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457200"/>
            <a:ext cx="0" cy="5669280"/>
          </a:xfrm>
          <a:prstGeom prst="line">
            <a:avLst/>
          </a:prstGeom>
          <a:noFill/>
          <a:ln w="12700">
            <a:solidFill>
              <a:srgbClr val="1B395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457200"/>
            <a:ext cx="0" cy="5669280"/>
          </a:xfrm>
          <a:prstGeom prst="line">
            <a:avLst/>
          </a:prstGeom>
          <a:noFill/>
          <a:ln w="12700">
            <a:solidFill>
              <a:srgbClr val="1B395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"/>
            <a:ext cx="0" cy="5669280"/>
          </a:xfrm>
          <a:prstGeom prst="line">
            <a:avLst/>
          </a:prstGeom>
          <a:noFill/>
          <a:ln w="12700">
            <a:solidFill>
              <a:srgbClr val="1B395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2700">
            <a:solidFill>
              <a:srgbClr val="1B395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12700">
            <a:solidFill>
              <a:srgbClr val="1B3958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566160"/>
            <a:ext cx="11247120" cy="0"/>
          </a:xfrm>
          <a:prstGeom prst="line">
            <a:avLst/>
          </a:prstGeom>
          <a:noFill/>
          <a:ln w="12700">
            <a:solidFill>
              <a:srgbClr val="1B395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892040"/>
            <a:ext cx="11247120" cy="0"/>
          </a:xfrm>
          <a:prstGeom prst="line">
            <a:avLst/>
          </a:prstGeom>
          <a:noFill/>
          <a:ln w="12700">
            <a:solidFill>
              <a:srgbClr val="1B3958">
                <a:alpha val="1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536192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and AIGC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749808" y="3246120"/>
            <a:ext cx="5029200" cy="1444752"/>
          </a:xfrm>
          <a:prstGeom prst="roundRect">
            <a:avLst>
              <a:gd name="adj" fmla="val 11392"/>
            </a:avLst>
          </a:prstGeom>
          <a:solidFill>
            <a:srgbClr val="0E2036">
              <a:alpha val="80000"/>
            </a:srgbClr>
          </a:solidFill>
          <a:ln w="12700">
            <a:solidFill>
              <a:srgbClr val="1B3958">
                <a:alpha val="90000"/>
              </a:srgbClr>
            </a:solidFill>
            <a:prstDash val="solid"/>
          </a:ln>
          <a:effectLst>
            <a:outerShdw blurRad="25400" dist="1524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7552" y="351129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5E7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Focus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3822192"/>
            <a:ext cx="42976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AI is, where we use it, and how to use it responsibly.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77824" y="5010912"/>
            <a:ext cx="1170432" cy="329184"/>
          </a:xfrm>
          <a:prstGeom prst="roundRect">
            <a:avLst>
              <a:gd name="adj" fmla="val 33333"/>
            </a:avLst>
          </a:prstGeom>
          <a:solidFill>
            <a:srgbClr val="29B8FF">
              <a:alpha val="28000"/>
            </a:srgbClr>
          </a:solidFill>
          <a:ln w="12700">
            <a:solidFill>
              <a:srgbClr val="65E7F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5065776"/>
            <a:ext cx="9875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B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SMART TOOLS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31136" y="5010912"/>
            <a:ext cx="786384" cy="329184"/>
          </a:xfrm>
          <a:prstGeom prst="roundRect">
            <a:avLst>
              <a:gd name="adj" fmla="val 33333"/>
            </a:avLst>
          </a:prstGeom>
          <a:solidFill>
            <a:srgbClr val="29B8FF">
              <a:alpha val="28000"/>
            </a:srgbClr>
          </a:solidFill>
          <a:ln w="12700">
            <a:solidFill>
              <a:srgbClr val="65E7FF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22576" y="5065776"/>
            <a:ext cx="6035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B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AIGC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18688" y="5010912"/>
            <a:ext cx="1609344" cy="329184"/>
          </a:xfrm>
          <a:prstGeom prst="roundRect">
            <a:avLst>
              <a:gd name="adj" fmla="val 33333"/>
            </a:avLst>
          </a:prstGeom>
          <a:solidFill>
            <a:srgbClr val="29B8FF">
              <a:alpha val="28000"/>
            </a:srgbClr>
          </a:solidFill>
          <a:ln w="12700">
            <a:solidFill>
              <a:srgbClr val="65E7FF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5065776"/>
            <a:ext cx="142646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B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RESPONSIBLE USE</a:t>
            </a:r>
            <a:endParaRPr lang="en-US" sz="10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6400800" y="1024128"/>
            <a:ext cx="4617720" cy="4069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E7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/ AIGC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5577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and AIGC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10835640" cy="0"/>
          </a:xfrm>
          <a:prstGeom prst="line">
            <a:avLst/>
          </a:prstGeom>
          <a:noFill/>
          <a:ln w="12700">
            <a:solidFill>
              <a:srgbClr val="1B3958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7080" y="3108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7A4C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536192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5E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AI?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1847088"/>
            <a:ext cx="4937760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 helps machines learn, think, solve problems, and create content.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8368" y="2907792"/>
            <a:ext cx="4846320" cy="2057400"/>
          </a:xfrm>
          <a:prstGeom prst="roundRect">
            <a:avLst>
              <a:gd name="adj" fmla="val 8000"/>
            </a:avLst>
          </a:prstGeom>
          <a:solidFill>
            <a:srgbClr val="0E2036">
              <a:alpha val="80000"/>
            </a:srgbClr>
          </a:solidFill>
          <a:ln w="12700">
            <a:solidFill>
              <a:srgbClr val="1B3958">
                <a:alpha val="90000"/>
              </a:srgbClr>
            </a:solidFill>
            <a:prstDash val="solid"/>
          </a:ln>
          <a:effectLst>
            <a:outerShdw blurRad="25400" dist="1524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3182112"/>
            <a:ext cx="42976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D7E6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means Artificial Intelligence.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D7E6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 field of computer science.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D7E6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helps machines learn and solve problems like humans.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D7E6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AIGC can create text, pictures, and music.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77824" y="4645152"/>
            <a:ext cx="749808" cy="329184"/>
          </a:xfrm>
          <a:prstGeom prst="roundRect">
            <a:avLst>
              <a:gd name="adj" fmla="val 33333"/>
            </a:avLst>
          </a:prstGeom>
          <a:solidFill>
            <a:srgbClr val="29B8FF">
              <a:alpha val="28000"/>
            </a:srgbClr>
          </a:solidFill>
          <a:ln w="12700">
            <a:solidFill>
              <a:srgbClr val="65E7FF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470001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B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LEARN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55648" y="4645152"/>
            <a:ext cx="749808" cy="329184"/>
          </a:xfrm>
          <a:prstGeom prst="roundRect">
            <a:avLst>
              <a:gd name="adj" fmla="val 33333"/>
            </a:avLst>
          </a:prstGeom>
          <a:solidFill>
            <a:srgbClr val="29B8FF">
              <a:alpha val="28000"/>
            </a:srgbClr>
          </a:solidFill>
          <a:ln w="12700">
            <a:solidFill>
              <a:srgbClr val="65E7FF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47088" y="470001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B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THINK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33472" y="4645152"/>
            <a:ext cx="987552" cy="329184"/>
          </a:xfrm>
          <a:prstGeom prst="roundRect">
            <a:avLst>
              <a:gd name="adj" fmla="val 33333"/>
            </a:avLst>
          </a:prstGeom>
          <a:solidFill>
            <a:srgbClr val="29B8FF">
              <a:alpha val="28000"/>
            </a:srgbClr>
          </a:solidFill>
          <a:ln w="12700">
            <a:solidFill>
              <a:srgbClr val="65E7FF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4912" y="470001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B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5248656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7A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be our smart tool for knowledge, creativity, and communication.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5989320" y="1536192"/>
            <a:ext cx="5440680" cy="4526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E7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DAILY USE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5577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Uses of AI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10835640" cy="0"/>
          </a:xfrm>
          <a:prstGeom prst="line">
            <a:avLst/>
          </a:prstGeom>
          <a:noFill/>
          <a:ln w="12700">
            <a:solidFill>
              <a:srgbClr val="1B3958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7080" y="3108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7A4C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1993392"/>
            <a:ext cx="4800600" cy="3401568"/>
          </a:xfrm>
          <a:prstGeom prst="roundRect">
            <a:avLst>
              <a:gd name="adj" fmla="val 4839"/>
            </a:avLst>
          </a:prstGeom>
          <a:solidFill>
            <a:srgbClr val="0E2036">
              <a:alpha val="80000"/>
            </a:srgbClr>
          </a:solidFill>
          <a:ln w="12700">
            <a:solidFill>
              <a:srgbClr val="1B3958">
                <a:alpha val="90000"/>
              </a:srgbClr>
            </a:solidFill>
            <a:prstDash val="solid"/>
          </a:ln>
          <a:effectLst>
            <a:outerShdw blurRad="25400" dist="1524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24942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E7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Examples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2651760"/>
            <a:ext cx="1755648" cy="877824"/>
          </a:xfrm>
          <a:prstGeom prst="roundRect">
            <a:avLst>
              <a:gd name="adj" fmla="val 14583"/>
            </a:avLst>
          </a:prstGeom>
          <a:solidFill>
            <a:srgbClr val="112842">
              <a:alpha val="90000"/>
            </a:srgbClr>
          </a:solidFill>
          <a:ln w="12700">
            <a:solidFill>
              <a:srgbClr val="65E7FF">
                <a:alpha val="8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85292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assistants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26080" y="2651760"/>
            <a:ext cx="1755648" cy="877824"/>
          </a:xfrm>
          <a:prstGeom prst="roundRect">
            <a:avLst>
              <a:gd name="adj" fmla="val 14583"/>
            </a:avLst>
          </a:prstGeom>
          <a:solidFill>
            <a:srgbClr val="112842">
              <a:alpha val="90000"/>
            </a:srgbClr>
          </a:solidFill>
          <a:ln w="12700">
            <a:solidFill>
              <a:srgbClr val="29B8FF">
                <a:alpha val="8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285292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 apps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32688" y="3794760"/>
            <a:ext cx="1755648" cy="877824"/>
          </a:xfrm>
          <a:prstGeom prst="roundRect">
            <a:avLst>
              <a:gd name="adj" fmla="val 14583"/>
            </a:avLst>
          </a:prstGeom>
          <a:solidFill>
            <a:srgbClr val="112842">
              <a:alpha val="90000"/>
            </a:srgbClr>
          </a:solidFill>
          <a:ln w="12700">
            <a:solidFill>
              <a:srgbClr val="44E7B6">
                <a:alpha val="8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99592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recognition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26080" y="3794760"/>
            <a:ext cx="1755648" cy="877824"/>
          </a:xfrm>
          <a:prstGeom prst="roundRect">
            <a:avLst>
              <a:gd name="adj" fmla="val 14583"/>
            </a:avLst>
          </a:prstGeom>
          <a:solidFill>
            <a:srgbClr val="112842">
              <a:alpha val="90000"/>
            </a:srgbClr>
          </a:solidFill>
          <a:ln w="12700">
            <a:solidFill>
              <a:srgbClr val="FFB86A">
                <a:alpha val="8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72384" y="399592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" y="4736592"/>
            <a:ext cx="4114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7A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helps with communication, convenience, safety, and personalized study.</a:t>
            </a:r>
            <a:endParaRPr lang="en-US" sz="16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5806440" y="1737360"/>
            <a:ext cx="5623560" cy="393192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713105" y="1536065"/>
            <a:ext cx="707326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is already part of daily life and learning.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340995" y="2108200"/>
            <a:ext cx="5486400" cy="3566160"/>
          </a:xfrm>
          <a:prstGeom prst="roundRect">
            <a:avLst>
              <a:gd name="adj" fmla="val 4615"/>
            </a:avLst>
          </a:prstGeom>
          <a:solidFill>
            <a:srgbClr val="0E2036">
              <a:alpha val="80000"/>
            </a:srgbClr>
          </a:solidFill>
          <a:ln w="12700">
            <a:solidFill>
              <a:srgbClr val="1B3958">
                <a:alpha val="90000"/>
              </a:srgbClr>
            </a:solidFill>
            <a:prstDash val="solid"/>
          </a:ln>
          <a:effectLst>
            <a:outerShdw blurRad="25400" dist="1524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658368" y="34747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E7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RESPONSIBLE USE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5577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AI Well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927080" y="3108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7A4C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5605" y="1669415"/>
            <a:ext cx="5459095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25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Personal Experience with AI</a:t>
            </a:r>
            <a:endParaRPr lang="en-US" sz="2500" b="1" dirty="0">
              <a:solidFill>
                <a:srgbClr val="F5FBFF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70205" y="2384425"/>
            <a:ext cx="5450840" cy="3080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b="1" dirty="0">
                <a:solidFill>
                  <a:srgbClr val="87A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wave of AI, I also started using AI to help me code and fix mistakes. I use tools like OpenCode and Claude Code to work faster and more efficiently. Have you heard of OpenClaw? It has become very popular and caused a lot of discussion. Now it can be a personal assistant on your phone. It can help us read and reply to emails, check the daily news, and make study plans for us.</a:t>
            </a:r>
            <a:endParaRPr lang="en-US" b="1" dirty="0">
              <a:solidFill>
                <a:srgbClr val="87A4C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9145" y="831215"/>
            <a:ext cx="6096000" cy="312483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395" y="3796030"/>
            <a:ext cx="3508375" cy="2781300"/>
          </a:xfrm>
          <a:prstGeom prst="round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735" y="4357370"/>
            <a:ext cx="2369820" cy="17418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700" y="673100"/>
            <a:ext cx="6131560" cy="31438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110" y="3022600"/>
            <a:ext cx="6122035" cy="3728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4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E7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RESPONSIBLE USE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5577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AI Well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10835640" cy="0"/>
          </a:xfrm>
          <a:prstGeom prst="line">
            <a:avLst/>
          </a:prstGeom>
          <a:noFill/>
          <a:ln w="12700">
            <a:solidFill>
              <a:srgbClr val="1B3958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7080" y="3108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7A4C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105" y="1536065"/>
            <a:ext cx="5459095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AI wisely, safely, and honestly.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8368" y="1975104"/>
            <a:ext cx="5486400" cy="3566160"/>
          </a:xfrm>
          <a:prstGeom prst="roundRect">
            <a:avLst>
              <a:gd name="adj" fmla="val 4615"/>
            </a:avLst>
          </a:prstGeom>
          <a:solidFill>
            <a:srgbClr val="0E2036">
              <a:alpha val="80000"/>
            </a:srgbClr>
          </a:solidFill>
          <a:ln w="12700">
            <a:solidFill>
              <a:srgbClr val="1B3958">
                <a:alpha val="90000"/>
              </a:srgbClr>
            </a:solidFill>
            <a:prstDash val="solid"/>
          </a:ln>
          <a:effectLst>
            <a:outerShdw blurRad="25400" dist="1524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932688" y="2249424"/>
            <a:ext cx="329184" cy="329184"/>
          </a:xfrm>
          <a:prstGeom prst="ellipse">
            <a:avLst/>
          </a:prstGeom>
          <a:solidFill>
            <a:srgbClr val="29B8FF">
              <a:alpha val="90000"/>
            </a:srgbClr>
          </a:solidFill>
          <a:ln w="12700">
            <a:solidFill>
              <a:srgbClr val="65E7FF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932688" y="2313432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11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426464" y="2231136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AI as a tool</a:t>
            </a:r>
            <a:endParaRPr lang="en-US" sz="17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426464" y="248716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A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AI support your thinking instead of replacing it.</a:t>
            </a:r>
            <a:endParaRPr lang="en-US" sz="1200" dirty="0"/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932688" y="3035808"/>
            <a:ext cx="329184" cy="329184"/>
          </a:xfrm>
          <a:prstGeom prst="ellipse">
            <a:avLst/>
          </a:prstGeom>
          <a:solidFill>
            <a:srgbClr val="29B8FF">
              <a:alpha val="90000"/>
            </a:srgbClr>
          </a:solidFill>
          <a:ln w="12700">
            <a:solidFill>
              <a:srgbClr val="65E7FF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932688" y="3099816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11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1426464" y="3017520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information</a:t>
            </a:r>
            <a:endParaRPr lang="en-US" sz="1700" dirty="0"/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1426464" y="3273552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A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verify facts and compare important answers.</a:t>
            </a:r>
            <a:endParaRPr lang="en-US" sz="1200" dirty="0"/>
          </a:p>
        </p:txBody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932688" y="3822192"/>
            <a:ext cx="329184" cy="329184"/>
          </a:xfrm>
          <a:prstGeom prst="ellipse">
            <a:avLst/>
          </a:prstGeom>
          <a:solidFill>
            <a:srgbClr val="29B8FF">
              <a:alpha val="90000"/>
            </a:srgbClr>
          </a:solidFill>
          <a:ln w="12700">
            <a:solidFill>
              <a:srgbClr val="65E7FF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932688" y="3886200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11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1426464" y="380390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privacy</a:t>
            </a:r>
            <a:endParaRPr lang="en-US" sz="17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1426464" y="4059936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A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share personal or sensitive information.</a:t>
            </a:r>
            <a:endParaRPr lang="en-US" sz="1200" dirty="0"/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932688" y="4608576"/>
            <a:ext cx="329184" cy="329184"/>
          </a:xfrm>
          <a:prstGeom prst="ellipse">
            <a:avLst/>
          </a:prstGeom>
          <a:solidFill>
            <a:srgbClr val="44E7B6">
              <a:alpha val="90000"/>
            </a:srgbClr>
          </a:solidFill>
          <a:ln w="12700">
            <a:solidFill>
              <a:srgbClr val="44E7B6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932688" y="4672584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11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1426464" y="4590288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Learn, don't cheat</a:t>
            </a:r>
            <a:endParaRPr lang="en-US" sz="1700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1426464" y="4846320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A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AI to understand better and improve yourself.</a:t>
            </a:r>
            <a:endParaRPr lang="en-US" sz="12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37960" y="1737360"/>
            <a:ext cx="4663440" cy="4069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5E7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5577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Is Changing Our World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10835640" cy="0"/>
          </a:xfrm>
          <a:prstGeom prst="line">
            <a:avLst/>
          </a:prstGeom>
          <a:noFill/>
          <a:ln w="12700">
            <a:solidFill>
              <a:srgbClr val="1B3958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27080" y="3108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7A4C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2029968"/>
            <a:ext cx="4617720" cy="2395728"/>
          </a:xfrm>
          <a:prstGeom prst="roundRect">
            <a:avLst>
              <a:gd name="adj" fmla="val 6870"/>
            </a:avLst>
          </a:prstGeom>
          <a:solidFill>
            <a:srgbClr val="0E2036">
              <a:alpha val="80000"/>
            </a:srgbClr>
          </a:solidFill>
          <a:ln w="12700">
            <a:solidFill>
              <a:srgbClr val="1B3958">
                <a:alpha val="90000"/>
              </a:srgbClr>
            </a:solidFill>
            <a:prstDash val="solid"/>
          </a:ln>
          <a:effectLst>
            <a:outerShdw blurRad="25400" dist="1524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28600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E7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Key message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2615184"/>
            <a:ext cx="374904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D7E6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changing study, work, and communication.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D7E6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with care, privacy awareness, and responsibility.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D7E6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judgment is still the most important part.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6112" y="4681728"/>
            <a:ext cx="4425696" cy="841248"/>
          </a:xfrm>
          <a:prstGeom prst="roundRect">
            <a:avLst>
              <a:gd name="adj" fmla="val 17391"/>
            </a:avLst>
          </a:prstGeom>
          <a:solidFill>
            <a:srgbClr val="FF73C6">
              <a:alpha val="24000"/>
            </a:srgbClr>
          </a:solidFill>
          <a:ln w="12700">
            <a:solidFill>
              <a:srgbClr val="FF73C6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919472"/>
            <a:ext cx="40416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50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Question:What would you like to do with AI? </a:t>
            </a:r>
            <a:endParaRPr lang="en-US" sz="1500" b="1" dirty="0">
              <a:solidFill>
                <a:srgbClr val="F5FB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5669280" y="1664208"/>
            <a:ext cx="5486400" cy="41148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713105" y="1536065"/>
            <a:ext cx="61321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should use AI safely and responsibly.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0" cy="5669280"/>
          </a:xfrm>
          <a:prstGeom prst="line">
            <a:avLst/>
          </a:prstGeom>
          <a:noFill/>
          <a:ln w="12700">
            <a:solidFill>
              <a:srgbClr val="1B395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457200"/>
            <a:ext cx="0" cy="5669280"/>
          </a:xfrm>
          <a:prstGeom prst="line">
            <a:avLst/>
          </a:prstGeom>
          <a:noFill/>
          <a:ln w="12700">
            <a:solidFill>
              <a:srgbClr val="1B395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457200"/>
            <a:ext cx="0" cy="5669280"/>
          </a:xfrm>
          <a:prstGeom prst="line">
            <a:avLst/>
          </a:prstGeom>
          <a:noFill/>
          <a:ln w="12700">
            <a:solidFill>
              <a:srgbClr val="1B395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457200"/>
            <a:ext cx="0" cy="5669280"/>
          </a:xfrm>
          <a:prstGeom prst="line">
            <a:avLst/>
          </a:prstGeom>
          <a:noFill/>
          <a:ln w="12700">
            <a:solidFill>
              <a:srgbClr val="1B395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457200"/>
            <a:ext cx="0" cy="5669280"/>
          </a:xfrm>
          <a:prstGeom prst="line">
            <a:avLst/>
          </a:prstGeom>
          <a:noFill/>
          <a:ln w="12700">
            <a:solidFill>
              <a:srgbClr val="1B395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0" y="457200"/>
            <a:ext cx="0" cy="5669280"/>
          </a:xfrm>
          <a:prstGeom prst="line">
            <a:avLst/>
          </a:prstGeom>
          <a:noFill/>
          <a:ln w="12700">
            <a:solidFill>
              <a:srgbClr val="1B395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"/>
            <a:ext cx="0" cy="5669280"/>
          </a:xfrm>
          <a:prstGeom prst="line">
            <a:avLst/>
          </a:prstGeom>
          <a:noFill/>
          <a:ln w="12700">
            <a:solidFill>
              <a:srgbClr val="1B395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12700">
            <a:solidFill>
              <a:srgbClr val="1B395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40280"/>
            <a:ext cx="11247120" cy="0"/>
          </a:xfrm>
          <a:prstGeom prst="line">
            <a:avLst/>
          </a:prstGeom>
          <a:noFill/>
          <a:ln w="12700">
            <a:solidFill>
              <a:srgbClr val="1B3958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566160"/>
            <a:ext cx="11247120" cy="0"/>
          </a:xfrm>
          <a:prstGeom prst="line">
            <a:avLst/>
          </a:prstGeom>
          <a:noFill/>
          <a:ln w="12700">
            <a:solidFill>
              <a:srgbClr val="1B395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892040"/>
            <a:ext cx="11247120" cy="0"/>
          </a:xfrm>
          <a:prstGeom prst="line">
            <a:avLst/>
          </a:prstGeom>
          <a:noFill/>
          <a:ln w="12700">
            <a:solidFill>
              <a:srgbClr val="1B3958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65792" y="3986784"/>
            <a:ext cx="1024128" cy="1024128"/>
          </a:xfrm>
          <a:prstGeom prst="ellipse">
            <a:avLst/>
          </a:prstGeom>
          <a:solidFill>
            <a:srgbClr val="FF73C6">
              <a:alpha val="12000"/>
            </a:srgbClr>
          </a:solidFill>
          <a:ln w="12700">
            <a:solidFill>
              <a:srgbClr val="FF73C6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125980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078992" y="4347972"/>
            <a:ext cx="398678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7E6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powerful, but thoughtful people make it meaningful.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4992624"/>
            <a:ext cx="4480560" cy="0"/>
          </a:xfrm>
          <a:prstGeom prst="line">
            <a:avLst/>
          </a:prstGeom>
          <a:noFill/>
          <a:ln w="12700">
            <a:solidFill>
              <a:srgbClr val="1B3958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4807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7A4C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/ AIGC</a:t>
            </a:r>
            <a:endParaRPr lang="en-US" sz="1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5760720" y="987552"/>
            <a:ext cx="5166360" cy="4069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2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3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4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5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6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7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8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9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10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11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12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13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14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15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ags/tag16.xml><?xml version="1.0" encoding="utf-8"?>
<p:tagLst xmlns:p="http://schemas.openxmlformats.org/presentationml/2006/main">
  <p:tag name="KSO_WM_DIAGRAM_VIRTUALLY_FRAME" val="{&quot;height&quot;:224.63999999999996,&quot;left&quot;:73.44,&quot;top&quot;:175.68,&quot;width&quot;:362.8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1826</Words>
  <Application>WPS 演示</Application>
  <PresentationFormat>On-screen Show (16:9)</PresentationFormat>
  <Paragraphs>119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5" baseType="lpstr">
      <vt:lpstr>Arial</vt:lpstr>
      <vt:lpstr>宋体</vt:lpstr>
      <vt:lpstr>Wingdings</vt:lpstr>
      <vt:lpstr>Aptos Display</vt:lpstr>
      <vt:lpstr>Segoe UI Variable Display</vt:lpstr>
      <vt:lpstr>Aptos Display</vt:lpstr>
      <vt:lpstr>Aptos Display</vt:lpstr>
      <vt:lpstr>Consolas</vt:lpstr>
      <vt:lpstr>Consolas</vt:lpstr>
      <vt:lpstr>Consolas</vt:lpstr>
      <vt:lpstr>Aptos</vt:lpstr>
      <vt:lpstr>Aptos</vt:lpstr>
      <vt:lpstr>Aptos</vt:lpstr>
      <vt:lpstr>Segoe UI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and AIGC - Dark Tech Style</dc:title>
  <dc:creator>OpenAI Codex</dc:creator>
  <dc:subject>AI and AIGC</dc:subject>
  <cp:lastModifiedBy>xp</cp:lastModifiedBy>
  <cp:revision>6</cp:revision>
  <dcterms:created xsi:type="dcterms:W3CDTF">2026-03-21T03:08:00Z</dcterms:created>
  <dcterms:modified xsi:type="dcterms:W3CDTF">2026-03-24T12:52:15Z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440DDC2DF31F4851B5781E0BC7BA46AD_12</vt:lpwstr>
  </property>
</Properties>
</file>